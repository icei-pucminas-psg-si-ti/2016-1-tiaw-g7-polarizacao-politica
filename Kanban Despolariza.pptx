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 Board — Despolariza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914400" y="6766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 ·  3 colunas  ·  cartões por funcionalidade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17804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178040" y="640080"/>
            <a:ext cx="109728" cy="109728"/>
          </a:xfrm>
          <a:prstGeom prst="ellipse">
            <a:avLst/>
          </a:prstGeom>
          <a:solidFill>
            <a:srgbClr val="2F6FA7"/>
          </a:solidFill>
          <a:ln/>
        </p:spPr>
      </p:sp>
      <p:sp>
        <p:nvSpPr>
          <p:cNvPr id="7" name="Text 4"/>
          <p:cNvSpPr/>
          <p:nvPr/>
        </p:nvSpPr>
        <p:spPr>
          <a:xfrm>
            <a:off x="7342632" y="58521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870" dirty="0"/>
          </a:p>
        </p:txBody>
      </p:sp>
      <p:sp>
        <p:nvSpPr>
          <p:cNvPr id="8" name="Shape 5"/>
          <p:cNvSpPr/>
          <p:nvPr/>
        </p:nvSpPr>
        <p:spPr>
          <a:xfrm>
            <a:off x="8037576" y="640080"/>
            <a:ext cx="109728" cy="109728"/>
          </a:xfrm>
          <a:prstGeom prst="ellipse">
            <a:avLst/>
          </a:prstGeom>
          <a:solidFill>
            <a:srgbClr val="A1334A"/>
          </a:solidFill>
          <a:ln/>
        </p:spPr>
      </p:sp>
      <p:sp>
        <p:nvSpPr>
          <p:cNvPr id="9" name="Text 6"/>
          <p:cNvSpPr/>
          <p:nvPr/>
        </p:nvSpPr>
        <p:spPr>
          <a:xfrm>
            <a:off x="8202168" y="58521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7178040" y="868680"/>
            <a:ext cx="109728" cy="1097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7342632" y="81381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8193024" y="868680"/>
            <a:ext cx="109728" cy="109728"/>
          </a:xfrm>
          <a:prstGeom prst="ellipse">
            <a:avLst/>
          </a:prstGeom>
          <a:solidFill>
            <a:srgbClr val="A1334A"/>
          </a:solidFill>
          <a:ln/>
        </p:spPr>
      </p:sp>
      <p:sp>
        <p:nvSpPr>
          <p:cNvPr id="13" name="Text 10"/>
          <p:cNvSpPr/>
          <p:nvPr/>
        </p:nvSpPr>
        <p:spPr>
          <a:xfrm>
            <a:off x="8357616" y="81381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Karolina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9144000" y="868680"/>
            <a:ext cx="109728" cy="109728"/>
          </a:xfrm>
          <a:prstGeom prst="ellipse">
            <a:avLst/>
          </a:prstGeom>
          <a:solidFill>
            <a:srgbClr val="2F6FA7"/>
          </a:solidFill>
          <a:ln/>
        </p:spPr>
      </p:sp>
      <p:sp>
        <p:nvSpPr>
          <p:cNvPr id="15" name="Text 12"/>
          <p:cNvSpPr/>
          <p:nvPr/>
        </p:nvSpPr>
        <p:spPr>
          <a:xfrm>
            <a:off x="9308592" y="8138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Marcelo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7178040" y="1097280"/>
            <a:ext cx="109728" cy="10972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7" name="Text 14"/>
          <p:cNvSpPr/>
          <p:nvPr/>
        </p:nvSpPr>
        <p:spPr>
          <a:xfrm>
            <a:off x="7342632" y="104241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7946136" y="1097280"/>
            <a:ext cx="109728" cy="10972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9" name="Text 16"/>
          <p:cNvSpPr/>
          <p:nvPr/>
        </p:nvSpPr>
        <p:spPr>
          <a:xfrm>
            <a:off x="8110728" y="104241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Rubens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8805672" y="1097280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1" name="Text 18"/>
          <p:cNvSpPr/>
          <p:nvPr/>
        </p:nvSpPr>
        <p:spPr>
          <a:xfrm>
            <a:off x="8970264" y="104241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870" dirty="0"/>
          </a:p>
        </p:txBody>
      </p:sp>
      <p:sp>
        <p:nvSpPr>
          <p:cNvPr id="22" name="Text 19"/>
          <p:cNvSpPr/>
          <p:nvPr/>
        </p:nvSpPr>
        <p:spPr>
          <a:xfrm>
            <a:off x="502920" y="11887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2920" y="1408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Fazer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108960" y="11887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108960" y="14081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Progresso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989320" y="11887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989320" y="14081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Concluído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02920" y="196596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7512" y="1965960"/>
            <a:ext cx="2002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tarefa pendente no momento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108960" y="19659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255264" y="2103120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A1334A"/>
          </a:solidFill>
          <a:ln/>
        </p:spPr>
      </p:sp>
      <p:sp>
        <p:nvSpPr>
          <p:cNvPr id="32" name="Text 29"/>
          <p:cNvSpPr/>
          <p:nvPr/>
        </p:nvSpPr>
        <p:spPr>
          <a:xfrm>
            <a:off x="3255264" y="21031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255264" y="2386584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finos de responsividade entre módulos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3255264" y="2999232"/>
            <a:ext cx="1188720" cy="201168"/>
          </a:xfrm>
          <a:prstGeom prst="roundRect">
            <a:avLst>
              <a:gd name="adj" fmla="val 27273"/>
            </a:avLst>
          </a:prstGeom>
          <a:solidFill>
            <a:srgbClr val="546478">
              <a:alpha val="88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3255264" y="29992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330952" y="2980944"/>
            <a:ext cx="256032" cy="25603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7" name="Text 34"/>
          <p:cNvSpPr/>
          <p:nvPr/>
        </p:nvSpPr>
        <p:spPr>
          <a:xfrm>
            <a:off x="5330952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108960" y="3584448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3255264" y="3721608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A1334A"/>
          </a:solidFill>
          <a:ln/>
        </p:spPr>
      </p:sp>
      <p:sp>
        <p:nvSpPr>
          <p:cNvPr id="40" name="Text 37"/>
          <p:cNvSpPr/>
          <p:nvPr/>
        </p:nvSpPr>
        <p:spPr>
          <a:xfrm>
            <a:off x="3255264" y="37216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255264" y="400507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final dos componentes individuais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3255264" y="4617720"/>
            <a:ext cx="1188720" cy="201168"/>
          </a:xfrm>
          <a:prstGeom prst="roundRect">
            <a:avLst>
              <a:gd name="adj" fmla="val 27273"/>
            </a:avLst>
          </a:prstGeom>
          <a:solidFill>
            <a:srgbClr val="546478">
              <a:alpha val="88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3255264" y="4617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330952" y="4599432"/>
            <a:ext cx="256032" cy="25603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5" name="Text 42"/>
          <p:cNvSpPr/>
          <p:nvPr/>
        </p:nvSpPr>
        <p:spPr>
          <a:xfrm>
            <a:off x="5330952" y="4599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5989320" y="19659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080760" y="2039112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2F6FA7"/>
          </a:solidFill>
          <a:ln/>
        </p:spPr>
      </p:sp>
      <p:sp>
        <p:nvSpPr>
          <p:cNvPr id="48" name="Text 45"/>
          <p:cNvSpPr/>
          <p:nvPr/>
        </p:nvSpPr>
        <p:spPr>
          <a:xfrm>
            <a:off x="6080760" y="20391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6080760" y="22585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 IA via API Gemini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8458200" y="2331720"/>
            <a:ext cx="182880" cy="1828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1" name="Text 48"/>
          <p:cNvSpPr/>
          <p:nvPr/>
        </p:nvSpPr>
        <p:spPr>
          <a:xfrm>
            <a:off x="8458200" y="2331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8915400" y="19659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9006840" y="2039112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A1334A"/>
          </a:solidFill>
          <a:ln/>
        </p:spPr>
      </p:sp>
      <p:sp>
        <p:nvSpPr>
          <p:cNvPr id="54" name="Text 51"/>
          <p:cNvSpPr/>
          <p:nvPr/>
        </p:nvSpPr>
        <p:spPr>
          <a:xfrm>
            <a:off x="9006840" y="20391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9006840" y="22585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de voz (Web Speech API)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11384280" y="2331720"/>
            <a:ext cx="182880" cy="1828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7" name="Text 54"/>
          <p:cNvSpPr/>
          <p:nvPr/>
        </p:nvSpPr>
        <p:spPr>
          <a:xfrm>
            <a:off x="11384280" y="2331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5989320" y="2715768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080760" y="2788920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2F6FA7"/>
          </a:solidFill>
          <a:ln/>
        </p:spPr>
      </p:sp>
      <p:sp>
        <p:nvSpPr>
          <p:cNvPr id="60" name="Text 57"/>
          <p:cNvSpPr/>
          <p:nvPr/>
        </p:nvSpPr>
        <p:spPr>
          <a:xfrm>
            <a:off x="6080760" y="27889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6080760" y="300837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Home-page com carrossel de notícias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8458200" y="3081528"/>
            <a:ext cx="182880" cy="182880"/>
          </a:xfrm>
          <a:prstGeom prst="ellipse">
            <a:avLst/>
          </a:prstGeom>
          <a:solidFill>
            <a:srgbClr val="A1334A"/>
          </a:solidFill>
          <a:ln/>
        </p:spPr>
      </p:sp>
      <p:sp>
        <p:nvSpPr>
          <p:cNvPr id="63" name="Text 60"/>
          <p:cNvSpPr/>
          <p:nvPr/>
        </p:nvSpPr>
        <p:spPr>
          <a:xfrm>
            <a:off x="8458200" y="30815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8915400" y="2715768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9006840" y="2788920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A1334A"/>
          </a:solidFill>
          <a:ln/>
        </p:spPr>
      </p:sp>
      <p:sp>
        <p:nvSpPr>
          <p:cNvPr id="66" name="Text 63"/>
          <p:cNvSpPr/>
          <p:nvPr/>
        </p:nvSpPr>
        <p:spPr>
          <a:xfrm>
            <a:off x="9006840" y="27889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9006840" y="300837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comentários e avaliação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11384280" y="3081528"/>
            <a:ext cx="182880" cy="182880"/>
          </a:xfrm>
          <a:prstGeom prst="ellipse">
            <a:avLst/>
          </a:prstGeom>
          <a:solidFill>
            <a:srgbClr val="A1334A"/>
          </a:solidFill>
          <a:ln/>
        </p:spPr>
      </p:sp>
      <p:sp>
        <p:nvSpPr>
          <p:cNvPr id="69" name="Text 66"/>
          <p:cNvSpPr/>
          <p:nvPr/>
        </p:nvSpPr>
        <p:spPr>
          <a:xfrm>
            <a:off x="11384280" y="30815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5989320" y="3465576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71" name="Shape 68"/>
          <p:cNvSpPr/>
          <p:nvPr/>
        </p:nvSpPr>
        <p:spPr>
          <a:xfrm>
            <a:off x="6080760" y="3538728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2F6FA7"/>
          </a:solidFill>
          <a:ln/>
        </p:spPr>
      </p:sp>
      <p:sp>
        <p:nvSpPr>
          <p:cNvPr id="72" name="Text 69"/>
          <p:cNvSpPr/>
          <p:nvPr/>
        </p:nvSpPr>
        <p:spPr>
          <a:xfrm>
            <a:off x="6080760" y="3538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6080760" y="37581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inicial com vídeos educativos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8458200" y="3831336"/>
            <a:ext cx="182880" cy="182880"/>
          </a:xfrm>
          <a:prstGeom prst="ellipse">
            <a:avLst/>
          </a:prstGeom>
          <a:solidFill>
            <a:srgbClr val="2F6FA7"/>
          </a:solidFill>
          <a:ln/>
        </p:spPr>
      </p:sp>
      <p:sp>
        <p:nvSpPr>
          <p:cNvPr id="75" name="Text 72"/>
          <p:cNvSpPr/>
          <p:nvPr/>
        </p:nvSpPr>
        <p:spPr>
          <a:xfrm>
            <a:off x="8458200" y="3831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8915400" y="3465576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77" name="Shape 74"/>
          <p:cNvSpPr/>
          <p:nvPr/>
        </p:nvSpPr>
        <p:spPr>
          <a:xfrm>
            <a:off x="9006840" y="3538728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A1334A"/>
          </a:solidFill>
          <a:ln/>
        </p:spPr>
      </p:sp>
      <p:sp>
        <p:nvSpPr>
          <p:cNvPr id="78" name="Text 75"/>
          <p:cNvSpPr/>
          <p:nvPr/>
        </p:nvSpPr>
        <p:spPr>
          <a:xfrm>
            <a:off x="9006840" y="3538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750" dirty="0"/>
          </a:p>
        </p:txBody>
      </p:sp>
      <p:sp>
        <p:nvSpPr>
          <p:cNvPr id="79" name="Text 76"/>
          <p:cNvSpPr/>
          <p:nvPr/>
        </p:nvSpPr>
        <p:spPr>
          <a:xfrm>
            <a:off x="9006840" y="37581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de podcast e accordion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11384280" y="3831336"/>
            <a:ext cx="182880" cy="182880"/>
          </a:xfrm>
          <a:prstGeom prst="ellipse">
            <a:avLst/>
          </a:prstGeom>
          <a:solidFill>
            <a:srgbClr val="2F6FA7"/>
          </a:solidFill>
          <a:ln/>
        </p:spPr>
      </p:sp>
      <p:sp>
        <p:nvSpPr>
          <p:cNvPr id="81" name="Text 78"/>
          <p:cNvSpPr/>
          <p:nvPr/>
        </p:nvSpPr>
        <p:spPr>
          <a:xfrm>
            <a:off x="11384280" y="3831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5989320" y="4215384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83" name="Shape 80"/>
          <p:cNvSpPr/>
          <p:nvPr/>
        </p:nvSpPr>
        <p:spPr>
          <a:xfrm>
            <a:off x="6080760" y="4288536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2F6FA7"/>
          </a:solidFill>
          <a:ln/>
        </p:spPr>
      </p:sp>
      <p:sp>
        <p:nvSpPr>
          <p:cNvPr id="84" name="Text 81"/>
          <p:cNvSpPr/>
          <p:nvPr/>
        </p:nvSpPr>
        <p:spPr>
          <a:xfrm>
            <a:off x="6080760" y="42885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750" dirty="0"/>
          </a:p>
        </p:txBody>
      </p:sp>
      <p:sp>
        <p:nvSpPr>
          <p:cNvPr id="85" name="Text 82"/>
          <p:cNvSpPr/>
          <p:nvPr/>
        </p:nvSpPr>
        <p:spPr>
          <a:xfrm>
            <a:off x="6080760" y="45079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 de Fake News com histórico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8458200" y="4581144"/>
            <a:ext cx="182880" cy="18288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7" name="Text 84"/>
          <p:cNvSpPr/>
          <p:nvPr/>
        </p:nvSpPr>
        <p:spPr>
          <a:xfrm>
            <a:off x="8458200" y="45811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8915400" y="4215384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89" name="Shape 86"/>
          <p:cNvSpPr/>
          <p:nvPr/>
        </p:nvSpPr>
        <p:spPr>
          <a:xfrm>
            <a:off x="9006840" y="4288536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A1334A"/>
          </a:solidFill>
          <a:ln/>
        </p:spPr>
      </p:sp>
      <p:sp>
        <p:nvSpPr>
          <p:cNvPr id="90" name="Text 87"/>
          <p:cNvSpPr/>
          <p:nvPr/>
        </p:nvSpPr>
        <p:spPr>
          <a:xfrm>
            <a:off x="9006840" y="42885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750" dirty="0"/>
          </a:p>
        </p:txBody>
      </p:sp>
      <p:sp>
        <p:nvSpPr>
          <p:cNvPr id="91" name="Text 88"/>
          <p:cNvSpPr/>
          <p:nvPr/>
        </p:nvSpPr>
        <p:spPr>
          <a:xfrm>
            <a:off x="9006840" y="45079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 de Imparcialidade (Gemini)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11384280" y="4581144"/>
            <a:ext cx="182880" cy="18288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93" name="Text 90"/>
          <p:cNvSpPr/>
          <p:nvPr/>
        </p:nvSpPr>
        <p:spPr>
          <a:xfrm>
            <a:off x="11384280" y="45811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94" name="Shape 91"/>
          <p:cNvSpPr/>
          <p:nvPr/>
        </p:nvSpPr>
        <p:spPr>
          <a:xfrm>
            <a:off x="5989320" y="4965192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95" name="Shape 92"/>
          <p:cNvSpPr/>
          <p:nvPr/>
        </p:nvSpPr>
        <p:spPr>
          <a:xfrm>
            <a:off x="6080760" y="5038344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2F6FA7"/>
          </a:solidFill>
          <a:ln/>
        </p:spPr>
      </p:sp>
      <p:sp>
        <p:nvSpPr>
          <p:cNvPr id="96" name="Text 93"/>
          <p:cNvSpPr/>
          <p:nvPr/>
        </p:nvSpPr>
        <p:spPr>
          <a:xfrm>
            <a:off x="6080760" y="503834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750" dirty="0"/>
          </a:p>
        </p:txBody>
      </p:sp>
      <p:sp>
        <p:nvSpPr>
          <p:cNvPr id="97" name="Text 94"/>
          <p:cNvSpPr/>
          <p:nvPr/>
        </p:nvSpPr>
        <p:spPr>
          <a:xfrm>
            <a:off x="6080760" y="52578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Sobre + banner de ambiente</a:t>
            </a:r>
            <a:endParaRPr lang="en-US" sz="850" dirty="0"/>
          </a:p>
        </p:txBody>
      </p:sp>
      <p:sp>
        <p:nvSpPr>
          <p:cNvPr id="98" name="Shape 95"/>
          <p:cNvSpPr/>
          <p:nvPr/>
        </p:nvSpPr>
        <p:spPr>
          <a:xfrm>
            <a:off x="8458200" y="5330952"/>
            <a:ext cx="182880" cy="1828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99" name="Text 96"/>
          <p:cNvSpPr/>
          <p:nvPr/>
        </p:nvSpPr>
        <p:spPr>
          <a:xfrm>
            <a:off x="8458200" y="5330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100" name="Shape 97"/>
          <p:cNvSpPr/>
          <p:nvPr/>
        </p:nvSpPr>
        <p:spPr>
          <a:xfrm>
            <a:off x="8915400" y="4965192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101" name="Shape 98"/>
          <p:cNvSpPr/>
          <p:nvPr/>
        </p:nvSpPr>
        <p:spPr>
          <a:xfrm>
            <a:off x="9006840" y="5038344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2F6FA7"/>
          </a:solidFill>
          <a:ln/>
        </p:spPr>
      </p:sp>
      <p:sp>
        <p:nvSpPr>
          <p:cNvPr id="102" name="Text 99"/>
          <p:cNvSpPr/>
          <p:nvPr/>
        </p:nvSpPr>
        <p:spPr>
          <a:xfrm>
            <a:off x="9006840" y="503834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750" dirty="0"/>
          </a:p>
        </p:txBody>
      </p:sp>
      <p:sp>
        <p:nvSpPr>
          <p:cNvPr id="103" name="Text 100"/>
          <p:cNvSpPr/>
          <p:nvPr/>
        </p:nvSpPr>
        <p:spPr>
          <a:xfrm>
            <a:off x="9006840" y="52578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avaliação do site</a:t>
            </a:r>
            <a:endParaRPr lang="en-US" sz="850" dirty="0"/>
          </a:p>
        </p:txBody>
      </p:sp>
      <p:sp>
        <p:nvSpPr>
          <p:cNvPr id="104" name="Shape 101"/>
          <p:cNvSpPr/>
          <p:nvPr/>
        </p:nvSpPr>
        <p:spPr>
          <a:xfrm>
            <a:off x="11384280" y="5330952"/>
            <a:ext cx="182880" cy="1828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5" name="Text 102"/>
          <p:cNvSpPr/>
          <p:nvPr/>
        </p:nvSpPr>
        <p:spPr>
          <a:xfrm>
            <a:off x="11384280" y="5330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106" name="Shape 103"/>
          <p:cNvSpPr/>
          <p:nvPr/>
        </p:nvSpPr>
        <p:spPr>
          <a:xfrm>
            <a:off x="5989320" y="57150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107" name="Shape 104"/>
          <p:cNvSpPr/>
          <p:nvPr/>
        </p:nvSpPr>
        <p:spPr>
          <a:xfrm>
            <a:off x="6080760" y="5788152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2F6FA7"/>
          </a:solidFill>
          <a:ln/>
        </p:spPr>
      </p:sp>
      <p:sp>
        <p:nvSpPr>
          <p:cNvPr id="108" name="Text 105"/>
          <p:cNvSpPr/>
          <p:nvPr/>
        </p:nvSpPr>
        <p:spPr>
          <a:xfrm>
            <a:off x="6080760" y="57881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750" dirty="0"/>
          </a:p>
        </p:txBody>
      </p:sp>
      <p:sp>
        <p:nvSpPr>
          <p:cNvPr id="109" name="Text 106"/>
          <p:cNvSpPr/>
          <p:nvPr/>
        </p:nvSpPr>
        <p:spPr>
          <a:xfrm>
            <a:off x="6080760" y="6007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das telas no Figma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8458200" y="6080760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1" name="Text 108"/>
          <p:cNvSpPr/>
          <p:nvPr/>
        </p:nvSpPr>
        <p:spPr>
          <a:xfrm>
            <a:off x="8458200" y="60807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15400" y="57150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113" name="Shape 110"/>
          <p:cNvSpPr/>
          <p:nvPr/>
        </p:nvSpPr>
        <p:spPr>
          <a:xfrm>
            <a:off x="9006840" y="5788152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2F6FA7"/>
          </a:solidFill>
          <a:ln/>
        </p:spPr>
      </p:sp>
      <p:sp>
        <p:nvSpPr>
          <p:cNvPr id="114" name="Text 111"/>
          <p:cNvSpPr/>
          <p:nvPr/>
        </p:nvSpPr>
        <p:spPr>
          <a:xfrm>
            <a:off x="9006840" y="57881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750" dirty="0"/>
          </a:p>
        </p:txBody>
      </p:sp>
      <p:sp>
        <p:nvSpPr>
          <p:cNvPr id="115" name="Text 112"/>
          <p:cNvSpPr/>
          <p:nvPr/>
        </p:nvSpPr>
        <p:spPr>
          <a:xfrm>
            <a:off x="9006840" y="6007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 repositório no GitHub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11384280" y="6080760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7" name="Text 114"/>
          <p:cNvSpPr/>
          <p:nvPr/>
        </p:nvSpPr>
        <p:spPr>
          <a:xfrm>
            <a:off x="11384280" y="60807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Kanban - Despolariza</dc:title>
  <dc:subject>PptxGenJS Presentation</dc:subject>
  <dc:creator>Despolariza</dc:creator>
  <cp:lastModifiedBy>Despolariza</cp:lastModifiedBy>
  <cp:revision>1</cp:revision>
  <dcterms:created xsi:type="dcterms:W3CDTF">2026-06-30T23:03:20Z</dcterms:created>
  <dcterms:modified xsi:type="dcterms:W3CDTF">2026-06-30T23:03:20Z</dcterms:modified>
</cp:coreProperties>
</file>